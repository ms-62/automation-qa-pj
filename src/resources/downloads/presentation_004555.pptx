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43FF"/>
    <a:srgbClr val="8954FF"/>
    <a:srgbClr val="D4C2FF"/>
    <a:srgbClr val="ECD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56"/>
    <p:restoredTop sz="94839"/>
  </p:normalViewPr>
  <p:slideViewPr>
    <p:cSldViewPr snapToGrid="0">
      <p:cViewPr varScale="1">
        <p:scale>
          <a:sx n="104" d="100"/>
          <a:sy n="104" d="100"/>
        </p:scale>
        <p:origin x="21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3">
            <a:extLst>
              <a:ext uri="{FF2B5EF4-FFF2-40B4-BE49-F238E27FC236}">
                <a16:creationId xmlns:a16="http://schemas.microsoft.com/office/drawing/2014/main" id="{7DE295FA-8FF1-5D1B-7EA5-6157471F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41" y="0"/>
            <a:ext cx="12199341" cy="6862128"/>
          </a:xfrm>
          <a:prstGeom prst="rect">
            <a:avLst/>
          </a:prstGeom>
        </p:spPr>
      </p:pic>
      <p:pic>
        <p:nvPicPr>
          <p:cNvPr id="7" name="그림 4">
            <a:extLst>
              <a:ext uri="{FF2B5EF4-FFF2-40B4-BE49-F238E27FC236}">
                <a16:creationId xmlns:a16="http://schemas.microsoft.com/office/drawing/2014/main" id="{8FE9C769-8258-C3F0-3BB2-ADE6DC4FFC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4946" y="4260193"/>
            <a:ext cx="10382107" cy="513400"/>
          </a:xfrm>
          <a:prstGeom prst="rect">
            <a:avLst/>
          </a:prstGeom>
        </p:spPr>
      </p:pic>
      <p:grpSp>
        <p:nvGrpSpPr>
          <p:cNvPr id="9" name="그룹 6">
            <a:extLst>
              <a:ext uri="{FF2B5EF4-FFF2-40B4-BE49-F238E27FC236}">
                <a16:creationId xmlns:a16="http://schemas.microsoft.com/office/drawing/2014/main" id="{FDEA7563-FA68-9AC4-7CAF-7C8DDFCBCA45}"/>
              </a:ext>
            </a:extLst>
          </p:cNvPr>
          <p:cNvGrpSpPr/>
          <p:nvPr userDrawn="1"/>
        </p:nvGrpSpPr>
        <p:grpSpPr>
          <a:xfrm>
            <a:off x="9609145" y="6346968"/>
            <a:ext cx="2293930" cy="304699"/>
            <a:chOff x="12596131" y="10172844"/>
            <a:chExt cx="3823216" cy="50783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6F316C8-028E-C0F2-3FB9-906F65AB30B1}"/>
                </a:ext>
              </a:extLst>
            </p:cNvPr>
            <p:cNvSpPr txBox="1"/>
            <p:nvPr userDrawn="1"/>
          </p:nvSpPr>
          <p:spPr>
            <a:xfrm>
              <a:off x="13146336" y="10172844"/>
              <a:ext cx="3273011" cy="507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r">
                <a:defRPr sz="2300" b="0" i="0">
                  <a:solidFill>
                    <a:srgbClr val="4D4D4D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pPr lvl="0"/>
              <a:r>
                <a:rPr lang="en-US" altLang="ko-Kore-KR" sz="1380" dirty="0">
                  <a:solidFill>
                    <a:schemeClr val="bg1"/>
                  </a:solidFill>
                </a:rPr>
                <a:t>Elice. All Rights Reserved</a:t>
              </a:r>
              <a:endParaRPr lang="ko-Kore-KR" altLang="en-US" sz="138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8B330F-D8B8-CEF0-7369-CCD9A4695678}"/>
                </a:ext>
              </a:extLst>
            </p:cNvPr>
            <p:cNvSpPr txBox="1"/>
            <p:nvPr userDrawn="1"/>
          </p:nvSpPr>
          <p:spPr>
            <a:xfrm>
              <a:off x="12596131" y="10234576"/>
              <a:ext cx="484107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r">
                <a:defRPr sz="2300" b="0" i="0">
                  <a:solidFill>
                    <a:srgbClr val="4D4D4D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pPr lvl="0"/>
              <a:r>
                <a:rPr lang="ko-Kore-KR" altLang="en-US" sz="960" dirty="0">
                  <a:solidFill>
                    <a:schemeClr val="bg1"/>
                  </a:solidFill>
                </a:rPr>
                <a:t>Ⓒ</a:t>
              </a:r>
            </a:p>
          </p:txBody>
        </p:sp>
      </p:grpSp>
      <p:cxnSp>
        <p:nvCxnSpPr>
          <p:cNvPr id="13" name="직선 연결선[R] 13">
            <a:extLst>
              <a:ext uri="{FF2B5EF4-FFF2-40B4-BE49-F238E27FC236}">
                <a16:creationId xmlns:a16="http://schemas.microsoft.com/office/drawing/2014/main" id="{DE283EE3-366D-2631-502A-6EB5660E0E5D}"/>
              </a:ext>
            </a:extLst>
          </p:cNvPr>
          <p:cNvCxnSpPr>
            <a:cxnSpLocks/>
          </p:cNvCxnSpPr>
          <p:nvPr userDrawn="1"/>
        </p:nvCxnSpPr>
        <p:spPr>
          <a:xfrm>
            <a:off x="904947" y="1872592"/>
            <a:ext cx="10382107" cy="0"/>
          </a:xfrm>
          <a:prstGeom prst="line">
            <a:avLst/>
          </a:prstGeom>
          <a:ln w="19050">
            <a:solidFill>
              <a:srgbClr val="670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rocess 14">
            <a:extLst>
              <a:ext uri="{FF2B5EF4-FFF2-40B4-BE49-F238E27FC236}">
                <a16:creationId xmlns:a16="http://schemas.microsoft.com/office/drawing/2014/main" id="{DD678331-4D03-E0CE-1D99-20B2AEB74007}"/>
              </a:ext>
            </a:extLst>
          </p:cNvPr>
          <p:cNvSpPr/>
          <p:nvPr userDrawn="1"/>
        </p:nvSpPr>
        <p:spPr>
          <a:xfrm rot="2684496">
            <a:off x="11099664" y="195663"/>
            <a:ext cx="1512166" cy="311727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/>
              <a:t>beta</a:t>
            </a:r>
          </a:p>
        </p:txBody>
      </p:sp>
      <p:sp>
        <p:nvSpPr>
          <p:cNvPr id="20" name="slide_title">
            <a:extLst>
              <a:ext uri="{FF2B5EF4-FFF2-40B4-BE49-F238E27FC236}">
                <a16:creationId xmlns:a16="http://schemas.microsoft.com/office/drawing/2014/main" id="{7306FEE6-1D9F-1017-BB9F-D6F118A76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946" y="1906074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KR" dirty="0"/>
          </a:p>
        </p:txBody>
      </p:sp>
      <p:sp>
        <p:nvSpPr>
          <p:cNvPr id="22" name="subtitle">
            <a:extLst>
              <a:ext uri="{FF2B5EF4-FFF2-40B4-BE49-F238E27FC236}">
                <a16:creationId xmlns:a16="http://schemas.microsoft.com/office/drawing/2014/main" id="{88044397-63D0-67DB-B277-2D5C2E6B40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3109" y="4317114"/>
            <a:ext cx="10185886" cy="411903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KR" dirty="0"/>
          </a:p>
        </p:txBody>
      </p:sp>
      <p:sp>
        <p:nvSpPr>
          <p:cNvPr id="23" name="slide_title">
            <a:extLst>
              <a:ext uri="{FF2B5EF4-FFF2-40B4-BE49-F238E27FC236}">
                <a16:creationId xmlns:a16="http://schemas.microsoft.com/office/drawing/2014/main" id="{A02A5E41-CDB7-4030-87FF-14CC3B81E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2610" y="788498"/>
            <a:ext cx="10185886" cy="411903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KR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4E5E19E-7FD0-5D89-E448-40532CE0DEB9}"/>
              </a:ext>
            </a:extLst>
          </p:cNvPr>
          <p:cNvSpPr/>
          <p:nvPr userDrawn="1"/>
        </p:nvSpPr>
        <p:spPr>
          <a:xfrm>
            <a:off x="43960" y="6499317"/>
            <a:ext cx="1532792" cy="304699"/>
          </a:xfrm>
          <a:prstGeom prst="roundRect">
            <a:avLst>
              <a:gd name="adj" fmla="val 40269"/>
            </a:avLst>
          </a:prstGeom>
          <a:solidFill>
            <a:srgbClr val="ECD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200" dirty="0">
                <a:solidFill>
                  <a:srgbClr val="7030A0"/>
                </a:solidFill>
              </a:rPr>
              <a:t>From </a:t>
            </a:r>
            <a:r>
              <a:rPr lang="en-KR" sz="1200" b="1" dirty="0">
                <a:solidFill>
                  <a:srgbClr val="7030A0"/>
                </a:solidFill>
              </a:rPr>
              <a:t>Helpy</a:t>
            </a:r>
            <a:r>
              <a:rPr lang="en-KR" sz="1200" dirty="0">
                <a:solidFill>
                  <a:srgbClr val="7030A0"/>
                </a:solidFill>
              </a:rPr>
              <a:t> with ❤️</a:t>
            </a:r>
          </a:p>
        </p:txBody>
      </p:sp>
    </p:spTree>
    <p:extLst>
      <p:ext uri="{BB962C8B-B14F-4D97-AF65-F5344CB8AC3E}">
        <p14:creationId xmlns:p14="http://schemas.microsoft.com/office/powerpoint/2010/main" val="14087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7">
            <a:extLst>
              <a:ext uri="{FF2B5EF4-FFF2-40B4-BE49-F238E27FC236}">
                <a16:creationId xmlns:a16="http://schemas.microsoft.com/office/drawing/2014/main" id="{F12E7135-25F0-73A0-002E-05334BC02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" y="2143"/>
            <a:ext cx="12188192" cy="6855857"/>
          </a:xfrm>
          <a:prstGeom prst="rect">
            <a:avLst/>
          </a:prstGeom>
        </p:spPr>
      </p:pic>
      <p:grpSp>
        <p:nvGrpSpPr>
          <p:cNvPr id="15" name="그룹 1">
            <a:extLst>
              <a:ext uri="{FF2B5EF4-FFF2-40B4-BE49-F238E27FC236}">
                <a16:creationId xmlns:a16="http://schemas.microsoft.com/office/drawing/2014/main" id="{D81EC441-4221-E4DA-C174-F78F66244354}"/>
              </a:ext>
            </a:extLst>
          </p:cNvPr>
          <p:cNvGrpSpPr/>
          <p:nvPr userDrawn="1"/>
        </p:nvGrpSpPr>
        <p:grpSpPr>
          <a:xfrm>
            <a:off x="9609145" y="6346968"/>
            <a:ext cx="2293930" cy="304699"/>
            <a:chOff x="12596131" y="10172844"/>
            <a:chExt cx="3823216" cy="50783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8BD8C2-F64D-CB56-8F3A-4BAA41D2BA91}"/>
                </a:ext>
              </a:extLst>
            </p:cNvPr>
            <p:cNvSpPr txBox="1"/>
            <p:nvPr userDrawn="1"/>
          </p:nvSpPr>
          <p:spPr>
            <a:xfrm>
              <a:off x="13146336" y="10172844"/>
              <a:ext cx="3273011" cy="507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r">
                <a:defRPr sz="2300" b="0" i="0">
                  <a:solidFill>
                    <a:srgbClr val="4D4D4D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pPr lvl="0"/>
              <a:r>
                <a:rPr lang="en-US" altLang="ko-Kore-KR" sz="1380" dirty="0">
                  <a:solidFill>
                    <a:schemeClr val="bg1"/>
                  </a:solidFill>
                </a:rPr>
                <a:t>Elice. All Rights Reserved</a:t>
              </a:r>
              <a:endParaRPr lang="ko-Kore-KR" altLang="en-US" sz="138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14BD572-A164-DE62-30E0-46C43BA6DAC9}"/>
                </a:ext>
              </a:extLst>
            </p:cNvPr>
            <p:cNvSpPr txBox="1"/>
            <p:nvPr userDrawn="1"/>
          </p:nvSpPr>
          <p:spPr>
            <a:xfrm>
              <a:off x="12596131" y="10234576"/>
              <a:ext cx="484107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r">
                <a:defRPr sz="2300" b="0" i="0">
                  <a:solidFill>
                    <a:srgbClr val="4D4D4D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pPr lvl="0"/>
              <a:r>
                <a:rPr lang="ko-Kore-KR" altLang="en-US" sz="960" dirty="0">
                  <a:solidFill>
                    <a:schemeClr val="bg1"/>
                  </a:solidFill>
                </a:rPr>
                <a:t>Ⓒ</a:t>
              </a:r>
            </a:p>
          </p:txBody>
        </p:sp>
      </p:grpSp>
      <p:sp>
        <p:nvSpPr>
          <p:cNvPr id="18" name="텍스트 개체 틀 15">
            <a:extLst>
              <a:ext uri="{FF2B5EF4-FFF2-40B4-BE49-F238E27FC236}">
                <a16:creationId xmlns:a16="http://schemas.microsoft.com/office/drawing/2014/main" id="{AA1ADC8E-92CC-EA17-6731-7D8F876BE387}"/>
              </a:ext>
            </a:extLst>
          </p:cNvPr>
          <p:cNvSpPr txBox="1">
            <a:spLocks/>
          </p:cNvSpPr>
          <p:nvPr userDrawn="1"/>
        </p:nvSpPr>
        <p:spPr>
          <a:xfrm>
            <a:off x="1599366" y="1200648"/>
            <a:ext cx="8993268" cy="4394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1523025" rtl="0" eaLnBrk="1" latinLnBrk="1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b="0" i="0" kern="1200">
                <a:solidFill>
                  <a:schemeClr val="bg1"/>
                </a:solidFill>
                <a:latin typeface="Elice DX Neolli OTF Medium" panose="020B0600000101010101" pitchFamily="34" charset="-127"/>
                <a:ea typeface="Elice DX Neolli OTF Medium" panose="020B0600000101010101" pitchFamily="34" charset="-127"/>
                <a:cs typeface="Pretendard" panose="02000503000000020004" pitchFamily="50" charset="-127"/>
              </a:defRPr>
            </a:lvl1pPr>
            <a:lvl2pPr marL="1142268" indent="-380756" algn="l" defTabSz="1523025" rtl="0" eaLnBrk="1" latinLnBrk="1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Char char="•"/>
              <a:defRPr sz="39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3781" indent="-380756" algn="l" defTabSz="1523025" rtl="0" eaLnBrk="1" latinLnBrk="1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Char char="•"/>
              <a:defRPr sz="33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65293" indent="-380756" algn="l" defTabSz="1523025" rtl="0" eaLnBrk="1" latinLnBrk="1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Char char="•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26805" indent="-380756" algn="l" defTabSz="1523025" rtl="0" eaLnBrk="1" latinLnBrk="1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Char char="•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88318" indent="-380756" algn="l" defTabSz="1523025" rtl="0" eaLnBrk="1" latinLnBrk="1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Char char="•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49830" indent="-380756" algn="l" defTabSz="1523025" rtl="0" eaLnBrk="1" latinLnBrk="1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Char char="•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1342" indent="-380756" algn="l" defTabSz="1523025" rtl="0" eaLnBrk="1" latinLnBrk="1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Char char="•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72855" indent="-380756" algn="l" defTabSz="1523025" rtl="0" eaLnBrk="1" latinLnBrk="1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Char char="•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160" dirty="0">
                <a:latin typeface="Noto Sans KR"/>
              </a:rPr>
              <a:t>Contents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854508-C1CC-2E01-2FDD-868DBB232447}"/>
              </a:ext>
            </a:extLst>
          </p:cNvPr>
          <p:cNvSpPr txBox="1"/>
          <p:nvPr userDrawn="1"/>
        </p:nvSpPr>
        <p:spPr>
          <a:xfrm>
            <a:off x="833386" y="1256307"/>
            <a:ext cx="683845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920" b="1">
                <a:solidFill>
                  <a:schemeClr val="bg1"/>
                </a:solidFill>
                <a:latin typeface="Noto Sans KR"/>
                <a:ea typeface="Elice DX Neolli OTF Bold" panose="020B0600000101010101" pitchFamily="34" charset="-127"/>
              </a:rPr>
              <a:t>목차</a:t>
            </a:r>
          </a:p>
        </p:txBody>
      </p:sp>
      <p:cxnSp>
        <p:nvCxnSpPr>
          <p:cNvPr id="20" name="직선 연결선[R] 7">
            <a:extLst>
              <a:ext uri="{FF2B5EF4-FFF2-40B4-BE49-F238E27FC236}">
                <a16:creationId xmlns:a16="http://schemas.microsoft.com/office/drawing/2014/main" id="{69E32461-ACC9-392A-D5A4-5A938FC05FE8}"/>
              </a:ext>
            </a:extLst>
          </p:cNvPr>
          <p:cNvCxnSpPr>
            <a:cxnSpLocks/>
          </p:cNvCxnSpPr>
          <p:nvPr userDrawn="1"/>
        </p:nvCxnSpPr>
        <p:spPr>
          <a:xfrm>
            <a:off x="904947" y="1888495"/>
            <a:ext cx="10382107" cy="0"/>
          </a:xfrm>
          <a:prstGeom prst="line">
            <a:avLst/>
          </a:prstGeom>
          <a:ln w="19050">
            <a:solidFill>
              <a:srgbClr val="670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ection_0">
            <a:extLst>
              <a:ext uri="{FF2B5EF4-FFF2-40B4-BE49-F238E27FC236}">
                <a16:creationId xmlns:a16="http://schemas.microsoft.com/office/drawing/2014/main" id="{AF653C9B-B648-982E-3CD0-EEBB096089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4804" y="2132886"/>
            <a:ext cx="10382250" cy="457032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KR" dirty="0"/>
          </a:p>
        </p:txBody>
      </p:sp>
      <p:sp>
        <p:nvSpPr>
          <p:cNvPr id="5" name="section_1">
            <a:extLst>
              <a:ext uri="{FF2B5EF4-FFF2-40B4-BE49-F238E27FC236}">
                <a16:creationId xmlns:a16="http://schemas.microsoft.com/office/drawing/2014/main" id="{48195BAB-237A-7D66-89A7-106AE8E620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4804" y="2703069"/>
            <a:ext cx="10382250" cy="457032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KR" dirty="0"/>
          </a:p>
        </p:txBody>
      </p:sp>
      <p:sp>
        <p:nvSpPr>
          <p:cNvPr id="6" name="section_2">
            <a:extLst>
              <a:ext uri="{FF2B5EF4-FFF2-40B4-BE49-F238E27FC236}">
                <a16:creationId xmlns:a16="http://schemas.microsoft.com/office/drawing/2014/main" id="{1CC75AE3-2D0B-62AB-8A35-BF195EED77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4804" y="3273252"/>
            <a:ext cx="10382250" cy="457032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KR" dirty="0"/>
          </a:p>
        </p:txBody>
      </p:sp>
      <p:sp>
        <p:nvSpPr>
          <p:cNvPr id="7" name="section_3">
            <a:extLst>
              <a:ext uri="{FF2B5EF4-FFF2-40B4-BE49-F238E27FC236}">
                <a16:creationId xmlns:a16="http://schemas.microsoft.com/office/drawing/2014/main" id="{3C644E8A-CBC1-2DC1-7890-073645D631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4804" y="3843435"/>
            <a:ext cx="10382250" cy="457032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KR" dirty="0"/>
          </a:p>
        </p:txBody>
      </p:sp>
      <p:sp>
        <p:nvSpPr>
          <p:cNvPr id="8" name="section_4">
            <a:extLst>
              <a:ext uri="{FF2B5EF4-FFF2-40B4-BE49-F238E27FC236}">
                <a16:creationId xmlns:a16="http://schemas.microsoft.com/office/drawing/2014/main" id="{BE743941-FD21-45AB-AC53-B65566701E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4804" y="4413618"/>
            <a:ext cx="10382250" cy="457032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KR" dirty="0"/>
          </a:p>
        </p:txBody>
      </p:sp>
      <p:sp>
        <p:nvSpPr>
          <p:cNvPr id="9" name="section_5">
            <a:extLst>
              <a:ext uri="{FF2B5EF4-FFF2-40B4-BE49-F238E27FC236}">
                <a16:creationId xmlns:a16="http://schemas.microsoft.com/office/drawing/2014/main" id="{AA70170C-8472-1CAF-A43A-6A3F8AF0BD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804" y="4983799"/>
            <a:ext cx="10382250" cy="457032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11603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3">
            <a:extLst>
              <a:ext uri="{FF2B5EF4-FFF2-40B4-BE49-F238E27FC236}">
                <a16:creationId xmlns:a16="http://schemas.microsoft.com/office/drawing/2014/main" id="{BDE32AAE-5897-49B1-BCB6-27753928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2143"/>
            <a:ext cx="12188192" cy="6855857"/>
          </a:xfrm>
          <a:prstGeom prst="rect">
            <a:avLst/>
          </a:prstGeom>
        </p:spPr>
      </p:pic>
      <p:grpSp>
        <p:nvGrpSpPr>
          <p:cNvPr id="13" name="그룹 5">
            <a:extLst>
              <a:ext uri="{FF2B5EF4-FFF2-40B4-BE49-F238E27FC236}">
                <a16:creationId xmlns:a16="http://schemas.microsoft.com/office/drawing/2014/main" id="{4C7F004E-FF0D-60F1-175C-95A08A1EF753}"/>
              </a:ext>
            </a:extLst>
          </p:cNvPr>
          <p:cNvGrpSpPr/>
          <p:nvPr userDrawn="1"/>
        </p:nvGrpSpPr>
        <p:grpSpPr>
          <a:xfrm>
            <a:off x="9609145" y="6346968"/>
            <a:ext cx="2293930" cy="304699"/>
            <a:chOff x="12596131" y="10172844"/>
            <a:chExt cx="3823216" cy="50783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12EADD-D49D-5F1D-1B44-4DA34C378F1D}"/>
                </a:ext>
              </a:extLst>
            </p:cNvPr>
            <p:cNvSpPr txBox="1"/>
            <p:nvPr userDrawn="1"/>
          </p:nvSpPr>
          <p:spPr>
            <a:xfrm>
              <a:off x="13146336" y="10172844"/>
              <a:ext cx="3273011" cy="507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r">
                <a:defRPr sz="2300" b="0" i="0">
                  <a:solidFill>
                    <a:srgbClr val="4D4D4D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pPr lvl="0"/>
              <a:r>
                <a:rPr lang="en-US" altLang="ko-Kore-KR" sz="1380" dirty="0">
                  <a:solidFill>
                    <a:schemeClr val="bg1"/>
                  </a:solidFill>
                </a:rPr>
                <a:t>Elice. All Rights Reserved</a:t>
              </a:r>
              <a:endParaRPr lang="ko-Kore-KR" altLang="en-US" sz="1380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63A223-4D3A-EBD6-CEED-8FE74DB69C7D}"/>
                </a:ext>
              </a:extLst>
            </p:cNvPr>
            <p:cNvSpPr txBox="1"/>
            <p:nvPr userDrawn="1"/>
          </p:nvSpPr>
          <p:spPr>
            <a:xfrm>
              <a:off x="12596131" y="10234576"/>
              <a:ext cx="484107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r">
                <a:defRPr sz="2300" b="0" i="0">
                  <a:solidFill>
                    <a:srgbClr val="4D4D4D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pPr lvl="0"/>
              <a:r>
                <a:rPr lang="ko-Kore-KR" altLang="en-US" sz="960" dirty="0">
                  <a:solidFill>
                    <a:schemeClr val="bg1"/>
                  </a:solidFill>
                </a:rPr>
                <a:t>Ⓒ</a:t>
              </a:r>
            </a:p>
          </p:txBody>
        </p:sp>
      </p:grpSp>
      <p:sp>
        <p:nvSpPr>
          <p:cNvPr id="16" name="section_title">
            <a:extLst>
              <a:ext uri="{FF2B5EF4-FFF2-40B4-BE49-F238E27FC236}">
                <a16:creationId xmlns:a16="http://schemas.microsoft.com/office/drawing/2014/main" id="{6CB5670E-8B96-DF24-32CB-5A590269B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0183"/>
            <a:ext cx="10515600" cy="1009460"/>
          </a:xfrm>
        </p:spPr>
        <p:txBody>
          <a:bodyPr anchor="t">
            <a:noAutofit/>
          </a:bodyPr>
          <a:lstStyle>
            <a:lvl1pPr>
              <a:defRPr lang="en-KR" sz="3240" b="1" i="0">
                <a:solidFill>
                  <a:schemeClr val="bg1"/>
                </a:solidFill>
                <a:latin typeface="Noto Sans KR"/>
                <a:ea typeface="Elice DX Neolli OTF Medium" panose="020B0600000101010101" pitchFamily="34" charset="-127"/>
                <a:cs typeface="Pretendard" panose="02000503000000020004" pitchFamily="50" charset="-127"/>
              </a:defRPr>
            </a:lvl1pPr>
          </a:lstStyle>
          <a:p>
            <a:pPr marL="0" lvl="0" indent="0" defTabSz="1523025" latinLnBrk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Click to edit Master title style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62245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13">
            <a:extLst>
              <a:ext uri="{FF2B5EF4-FFF2-40B4-BE49-F238E27FC236}">
                <a16:creationId xmlns:a16="http://schemas.microsoft.com/office/drawing/2014/main" id="{3EF3402F-47CD-9D41-721E-FD84EE97BB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-24017"/>
            <a:ext cx="12184380" cy="717101"/>
          </a:xfrm>
          <a:prstGeom prst="rect">
            <a:avLst/>
          </a:prstGeom>
        </p:spPr>
      </p:pic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6136732E-2189-84EE-7111-B3D42C0B7BCB}"/>
              </a:ext>
            </a:extLst>
          </p:cNvPr>
          <p:cNvSpPr txBox="1">
            <a:spLocks/>
          </p:cNvSpPr>
          <p:nvPr userDrawn="1"/>
        </p:nvSpPr>
        <p:spPr>
          <a:xfrm>
            <a:off x="338610" y="6300976"/>
            <a:ext cx="2742248" cy="3657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9D80AA2-BF2B-4BF7-AAF8-053A18DCD164}" type="slidenum">
              <a:rPr lang="en-US" altLang="ko-KR" sz="1080">
                <a:latin typeface="Noto Sans KR"/>
                <a:cs typeface="Calibri" panose="020F0502020204030204" pitchFamily="34" charset="0"/>
              </a:rPr>
              <a:pPr/>
              <a:t>‹#›</a:t>
            </a:fld>
            <a:endParaRPr lang="en-US" altLang="ko-KR" sz="1080" dirty="0">
              <a:latin typeface="Noto Sans KR"/>
              <a:cs typeface="Calibri" panose="020F0502020204030204" pitchFamily="34" charset="0"/>
            </a:endParaRPr>
          </a:p>
        </p:txBody>
      </p:sp>
      <p:pic>
        <p:nvPicPr>
          <p:cNvPr id="12" name="그림 14" descr="스크린샷, 그래픽, 다채로움, 보라색이(가) 표시된 사진&#10;&#10;자동 생성된 설명">
            <a:extLst>
              <a:ext uri="{FF2B5EF4-FFF2-40B4-BE49-F238E27FC236}">
                <a16:creationId xmlns:a16="http://schemas.microsoft.com/office/drawing/2014/main" id="{1ADDE4CF-BB53-D05B-D885-97BFC90F18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50" y="82847"/>
            <a:ext cx="518993" cy="518993"/>
          </a:xfrm>
          <a:prstGeom prst="rect">
            <a:avLst/>
          </a:prstGeom>
        </p:spPr>
      </p:pic>
      <p:sp>
        <p:nvSpPr>
          <p:cNvPr id="16" name="section_title">
            <a:extLst>
              <a:ext uri="{FF2B5EF4-FFF2-40B4-BE49-F238E27FC236}">
                <a16:creationId xmlns:a16="http://schemas.microsoft.com/office/drawing/2014/main" id="{B5C2519F-A762-6572-1483-68D4D33A2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425" y="91584"/>
            <a:ext cx="11309350" cy="428625"/>
          </a:xfrm>
        </p:spPr>
        <p:txBody>
          <a:bodyPr wrap="square" tIns="0" bIns="0" anchor="ctr" anchorCtr="0"/>
          <a:lstStyle>
            <a:lvl1pPr marL="0" indent="0">
              <a:buNone/>
              <a:defRPr lang="en-KR" sz="2280" b="1" i="0" dirty="0">
                <a:solidFill>
                  <a:schemeClr val="bg1"/>
                </a:solidFill>
                <a:latin typeface="Noto Sans KR"/>
                <a:ea typeface="Elice DX Neolli OTF Bold" panose="020B0600000101010101" pitchFamily="34" charset="-127"/>
                <a:cs typeface="Calibri" panose="020F0502020204030204" pitchFamily="34" charset="0"/>
              </a:defRPr>
            </a:lvl1pPr>
          </a:lstStyle>
          <a:p>
            <a:pPr marL="228600" lvl="0" indent="-228600" latinLnBrk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Section title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B557935A-DCA9-B44F-840B-E0E70D8840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9661" y="827474"/>
            <a:ext cx="7188200" cy="801688"/>
          </a:xfrm>
        </p:spPr>
        <p:txBody>
          <a:bodyPr anchor="ctr"/>
          <a:lstStyle>
            <a:lvl1pPr marL="0" indent="0">
              <a:buNone/>
              <a:defRPr kumimoji="1" lang="en-US" sz="2880" b="1" i="0" smtClean="0">
                <a:latin typeface="Noto Sans KR"/>
                <a:ea typeface="Pretendard" panose="02000503000000020004" pitchFamily="2" charset="-127"/>
                <a:cs typeface="Calibri" panose="020F0502020204030204" pitchFamily="34" charset="0"/>
              </a:defRPr>
            </a:lvl1pPr>
            <a:lvl2pPr>
              <a:defRPr lang="en-US" sz="3997" smtClean="0"/>
            </a:lvl2pPr>
            <a:lvl3pPr>
              <a:defRPr lang="en-US" sz="3331" smtClean="0"/>
            </a:lvl3pPr>
            <a:lvl4pPr>
              <a:defRPr lang="en-US" sz="2998" smtClean="0"/>
            </a:lvl4pPr>
            <a:lvl5pPr>
              <a:defRPr lang="en-KR" sz="2998"/>
            </a:lvl5pPr>
          </a:lstStyle>
          <a:p>
            <a:pPr marL="228600" lvl="0" indent="-228600" defTabSz="1523025" latinLnBrk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</a:t>
            </a:r>
            <a:r>
              <a:rPr lang="en-KR" dirty="0"/>
              <a:t>lide title</a:t>
            </a:r>
          </a:p>
        </p:txBody>
      </p:sp>
      <p:sp>
        <p:nvSpPr>
          <p:cNvPr id="2" name="item0">
            <a:extLst>
              <a:ext uri="{FF2B5EF4-FFF2-40B4-BE49-F238E27FC236}">
                <a16:creationId xmlns:a16="http://schemas.microsoft.com/office/drawing/2014/main" id="{F2FC4BC5-355C-447D-0F27-59628D4D80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9661" y="2028100"/>
            <a:ext cx="7188200" cy="522596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 b="1"/>
            </a:lvl1pPr>
          </a:lstStyle>
          <a:p>
            <a:pPr lvl="0"/>
            <a:endParaRPr lang="en-KR" dirty="0"/>
          </a:p>
        </p:txBody>
      </p:sp>
      <p:sp>
        <p:nvSpPr>
          <p:cNvPr id="3" name="item1">
            <a:extLst>
              <a:ext uri="{FF2B5EF4-FFF2-40B4-BE49-F238E27FC236}">
                <a16:creationId xmlns:a16="http://schemas.microsoft.com/office/drawing/2014/main" id="{3B816968-866E-D613-22EC-E8C1A3F01F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9661" y="2603352"/>
            <a:ext cx="7188200" cy="522596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 b="1"/>
            </a:lvl1pPr>
          </a:lstStyle>
          <a:p>
            <a:pPr lvl="0"/>
            <a:endParaRPr lang="en-KR" dirty="0"/>
          </a:p>
        </p:txBody>
      </p:sp>
      <p:sp>
        <p:nvSpPr>
          <p:cNvPr id="4" name="item2">
            <a:extLst>
              <a:ext uri="{FF2B5EF4-FFF2-40B4-BE49-F238E27FC236}">
                <a16:creationId xmlns:a16="http://schemas.microsoft.com/office/drawing/2014/main" id="{92422388-E30A-BEDF-D901-EE9363F45B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9661" y="3178604"/>
            <a:ext cx="7188200" cy="522596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 b="1"/>
            </a:lvl1pPr>
          </a:lstStyle>
          <a:p>
            <a:pPr lvl="0"/>
            <a:endParaRPr lang="en-KR" dirty="0"/>
          </a:p>
        </p:txBody>
      </p:sp>
      <p:sp>
        <p:nvSpPr>
          <p:cNvPr id="8" name="item3">
            <a:extLst>
              <a:ext uri="{FF2B5EF4-FFF2-40B4-BE49-F238E27FC236}">
                <a16:creationId xmlns:a16="http://schemas.microsoft.com/office/drawing/2014/main" id="{EE8738C4-9860-0325-4361-92D6D8E4D2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661" y="3753857"/>
            <a:ext cx="7188200" cy="522596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 b="1"/>
            </a:lvl1pPr>
          </a:lstStyle>
          <a:p>
            <a:pPr lvl="0"/>
            <a:endParaRPr lang="en-KR" dirty="0"/>
          </a:p>
        </p:txBody>
      </p:sp>
      <p:sp>
        <p:nvSpPr>
          <p:cNvPr id="9" name="item4">
            <a:extLst>
              <a:ext uri="{FF2B5EF4-FFF2-40B4-BE49-F238E27FC236}">
                <a16:creationId xmlns:a16="http://schemas.microsoft.com/office/drawing/2014/main" id="{85216902-EDCE-D51B-E53B-26A4328001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99661" y="4329110"/>
            <a:ext cx="7188200" cy="522596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 b="1"/>
            </a:lvl1pPr>
          </a:lstStyle>
          <a:p>
            <a:pPr lvl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75494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13">
            <a:extLst>
              <a:ext uri="{FF2B5EF4-FFF2-40B4-BE49-F238E27FC236}">
                <a16:creationId xmlns:a16="http://schemas.microsoft.com/office/drawing/2014/main" id="{3EF3402F-47CD-9D41-721E-FD84EE97BB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-24017"/>
            <a:ext cx="12184380" cy="717101"/>
          </a:xfrm>
          <a:prstGeom prst="rect">
            <a:avLst/>
          </a:prstGeom>
        </p:spPr>
      </p:pic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6136732E-2189-84EE-7111-B3D42C0B7BCB}"/>
              </a:ext>
            </a:extLst>
          </p:cNvPr>
          <p:cNvSpPr txBox="1">
            <a:spLocks/>
          </p:cNvSpPr>
          <p:nvPr userDrawn="1"/>
        </p:nvSpPr>
        <p:spPr>
          <a:xfrm>
            <a:off x="338610" y="6300976"/>
            <a:ext cx="2742248" cy="3657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9D80AA2-BF2B-4BF7-AAF8-053A18DCD164}" type="slidenum">
              <a:rPr lang="en-US" altLang="ko-KR" sz="1080">
                <a:latin typeface="Noto Sans KR"/>
                <a:cs typeface="Calibri" panose="020F0502020204030204" pitchFamily="34" charset="0"/>
              </a:rPr>
              <a:pPr/>
              <a:t>‹#›</a:t>
            </a:fld>
            <a:endParaRPr lang="en-US" altLang="ko-KR" sz="1080" dirty="0">
              <a:latin typeface="Noto Sans KR"/>
              <a:cs typeface="Calibri" panose="020F0502020204030204" pitchFamily="34" charset="0"/>
            </a:endParaRPr>
          </a:p>
        </p:txBody>
      </p:sp>
      <p:pic>
        <p:nvPicPr>
          <p:cNvPr id="12" name="그림 14" descr="스크린샷, 그래픽, 다채로움, 보라색이(가) 표시된 사진&#10;&#10;자동 생성된 설명">
            <a:extLst>
              <a:ext uri="{FF2B5EF4-FFF2-40B4-BE49-F238E27FC236}">
                <a16:creationId xmlns:a16="http://schemas.microsoft.com/office/drawing/2014/main" id="{1ADDE4CF-BB53-D05B-D885-97BFC90F18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50" y="82847"/>
            <a:ext cx="518993" cy="518993"/>
          </a:xfrm>
          <a:prstGeom prst="rect">
            <a:avLst/>
          </a:prstGeom>
        </p:spPr>
      </p:pic>
      <p:sp>
        <p:nvSpPr>
          <p:cNvPr id="16" name="section_title">
            <a:extLst>
              <a:ext uri="{FF2B5EF4-FFF2-40B4-BE49-F238E27FC236}">
                <a16:creationId xmlns:a16="http://schemas.microsoft.com/office/drawing/2014/main" id="{B5C2519F-A762-6572-1483-68D4D33A2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425" y="91584"/>
            <a:ext cx="11309350" cy="428625"/>
          </a:xfrm>
        </p:spPr>
        <p:txBody>
          <a:bodyPr wrap="square" tIns="0" bIns="0" anchor="ctr" anchorCtr="0"/>
          <a:lstStyle>
            <a:lvl1pPr marL="0" indent="0">
              <a:buNone/>
              <a:defRPr lang="en-KR" sz="2280" b="1" i="0" dirty="0">
                <a:solidFill>
                  <a:schemeClr val="bg1"/>
                </a:solidFill>
                <a:latin typeface="Noto Sans KR"/>
                <a:ea typeface="Elice DX Neolli OTF Bold" panose="020B0600000101010101" pitchFamily="34" charset="-127"/>
                <a:cs typeface="Calibri" panose="020F0502020204030204" pitchFamily="34" charset="0"/>
              </a:defRPr>
            </a:lvl1pPr>
          </a:lstStyle>
          <a:p>
            <a:pPr marL="228600" lvl="0" indent="-228600" latinLnBrk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Section title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B557935A-DCA9-B44F-840B-E0E70D8840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9661" y="827474"/>
            <a:ext cx="7188200" cy="801688"/>
          </a:xfrm>
        </p:spPr>
        <p:txBody>
          <a:bodyPr anchor="ctr"/>
          <a:lstStyle>
            <a:lvl1pPr marL="0" indent="0">
              <a:buNone/>
              <a:defRPr kumimoji="1" lang="en-US" sz="2880" b="1" i="0" smtClean="0">
                <a:latin typeface="Noto Sans KR"/>
                <a:ea typeface="Pretendard" panose="02000503000000020004" pitchFamily="2" charset="-127"/>
                <a:cs typeface="Calibri" panose="020F0502020204030204" pitchFamily="34" charset="0"/>
              </a:defRPr>
            </a:lvl1pPr>
            <a:lvl2pPr>
              <a:defRPr lang="en-US" sz="3997" smtClean="0"/>
            </a:lvl2pPr>
            <a:lvl3pPr>
              <a:defRPr lang="en-US" sz="3331" smtClean="0"/>
            </a:lvl3pPr>
            <a:lvl4pPr>
              <a:defRPr lang="en-US" sz="2998" smtClean="0"/>
            </a:lvl4pPr>
            <a:lvl5pPr>
              <a:defRPr lang="en-KR" sz="2998"/>
            </a:lvl5pPr>
          </a:lstStyle>
          <a:p>
            <a:pPr marL="228600" lvl="0" indent="-228600" defTabSz="1523025" latinLnBrk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</a:t>
            </a:r>
            <a:r>
              <a:rPr lang="en-KR" dirty="0"/>
              <a:t>lide title</a:t>
            </a:r>
          </a:p>
        </p:txBody>
      </p:sp>
      <p:sp>
        <p:nvSpPr>
          <p:cNvPr id="5" name="description">
            <a:extLst>
              <a:ext uri="{FF2B5EF4-FFF2-40B4-BE49-F238E27FC236}">
                <a16:creationId xmlns:a16="http://schemas.microsoft.com/office/drawing/2014/main" id="{ECAB98EB-8930-7EDC-E048-1C5FC31135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04987" y="5817480"/>
            <a:ext cx="6582025" cy="6171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endParaRPr lang="en-KR" dirty="0"/>
          </a:p>
        </p:txBody>
      </p:sp>
      <p:sp>
        <p:nvSpPr>
          <p:cNvPr id="3" name="chart">
            <a:extLst>
              <a:ext uri="{FF2B5EF4-FFF2-40B4-BE49-F238E27FC236}">
                <a16:creationId xmlns:a16="http://schemas.microsoft.com/office/drawing/2014/main" id="{A710BA84-36E2-BD75-DD68-FDF2D2F0D4D6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1709734" y="1763552"/>
            <a:ext cx="8854722" cy="3919537"/>
          </a:xfrm>
        </p:spPr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061665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D1962-9B8C-8083-EC28-02AE29ABD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E3F49-F817-92D8-A9F9-D6DBBA6BA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25C86-9CB9-9341-7FAC-593FCEFE9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38FC4-FFBD-654F-9CF8-11A52515273C}" type="datetimeFigureOut">
              <a:rPr lang="en-KR" smtClean="0"/>
              <a:t>9/23/25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2F815-06C3-65D8-F3C0-33D9C7DB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B81C2-3BA2-42F4-27C1-BE7DC4C29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134A1-AFA3-B749-A410-75FCB4EEB86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6572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81" r:id="rId4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보안 테스팅 핵심 이해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원칙·기법·자동화·보고까지 전체 흐름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보안 테스팅 핵심 이해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보안 테스팅 개요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2. 보안 테스팅 프로세스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3. 테스트 기법과 범위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4. 도구·자동화 및 지표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5. 결과 분석과 관리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보안 테스팅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보안 테스팅 개요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보안 테스팅의 정의와 목적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소프트웨어의 취약점·오류를 체계적으로 검증하는 활동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기능 요구사항뿐 아니라 기밀성·무결성·가용성 보장 목표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SDLC 전 단계에 통합하여 조기 발견·수정 비용 절감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보안 품질 보증을 통해 서비스 신뢰도와 규제 준수 확보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보안 테스팅 개요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보안 테스팅 유형 개관 (차트)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**기능 보안 테스트**: 인증·권한·암호화 등 보안기능이 요구사항대로 동작하는지 확인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**취약점 진단(스캐닝)**: 자동·수동 도구로 알려진 취약점 존재 여부 점검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**침투 테스트**: 공격자 관점에서 실제 침투 시나리오로 기업 자산 위협 수준 평가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※ 차트 축 예시: *목적·관점·자동화 수준·위험 검증 강도* 비교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보안 테스팅 프로세스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보안 테스팅 프로세스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보안 테스팅 표준 프로세스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요구사항 분석: 자산·위협 정의, 보안 요구 도출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설계: 테스트 전략·시나리오·케이스 설계, 범위 명확화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실행: 도구·수동 병행 테스트, 증적 수집·재현성 확보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리포팅·재테스트: 위험 등급화, 개선권고, 조치 후 검증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보안 테스팅 프로세스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보안 테스팅 표준 프로세스 (2/2, 차트)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요구사항 분석: 테스트 범위 정의, 위험 기반 우선순위, 이해관계자 식별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설계: 테스트 케이스/시나리오 설계, 데이터·환경 정의, RACI 매핑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실행: 자동/수동 테스트 수행, 이슈 등록, 실시간 커뮤니케이션 플로우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리포팅·재테스트: 결과 분석, 조치요청 흐름, 수정 검증 및 종료 기준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테스트 기법과 범위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테스트 기법과 범위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애플리케이션 보안 테스트 기법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웹 모의해킹으로 실제 공격 시나리오 재현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OWASP Top 10 기반 주요 취약점 집중 점검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소스코드 보안 점검으로 개발 단계 취약점 제거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정적·동적 분석 도구로 자동화·지속적 진단 수행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테스트 기법과 범위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인프라·네트워크 보안 테스팅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네트워크 취약점 진단: 서비스, 프로토콜, 패치 수준 점검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포트 스캐닝: 오픈 포트·불필요 서비스 식별 및 정리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구성 점검: 라우터·스위치·서버 보안 설정 베스트프랙티스 검토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방화벽·IDS·IPS 정책 및 탐지/차단 효과 검증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도구·자동화 및 지표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도구·자동화 및 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보안 테스팅 도구와 자동화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SAST: 소스·바이너리 정적 분석으로 코드 수준 취약점 탐지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DAST: 실행 중 애플리케이션 공격 시뮬레이션으로 실행 환경 취약점 발견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IAST·보안 스캐너: 런타임 계측과 조합 스캔으로 정확도·컨텍스트 향상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CI/CD 파이프라인에 도구를 단계별 통합해 자동·지속 보안 테스트 구현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도구·자동화 및 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보안 테스팅 성숙도 및 지표 (차트)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*테스트 커버리지*: 기능·코드·위험 기반 비율 측정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*취약점 발견 추이*: 릴리스별 건수·심각도 변화 추적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*결함 밀도*: KLOC·스토리포인트 대비 보안 결함 수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*성숙도 모델*: 초기 수동→부분 자동화→지속적·측정 기반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분석과 관리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결과 분석과 관리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취약점 분석·우선순위화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CVSS 기반으로 기밀성·무결성·가용성 영향도 평가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발견 가능성, 악용 난이도, 비즈니스 영향 함께 반영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점수만이 아닌 자산 중요도·규제 요구사항 고려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위험 등급별(긴급·높음·중간·낮음) 처리 우선순위 정의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결과 분석과 관리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보안 테스팅 리포트 및 개선 (차트)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표준 리포트 템플릿 정의: 목적, 범위, 책임, 산출물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핵심 지표 포함: 발견 건수, 위험도 분포, SLA 준수율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개선 과제 단계화: 설계 → 시범 적용 → 전사 확산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분기별 로드맵·간트 차트로 일정, 우선순위, 의존성 관리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4893</TotalTime>
  <Words>2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Noto Sans KR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Vu-Linh LE</dc:creator>
  <cp:lastModifiedBy>Vu-Linh LE</cp:lastModifiedBy>
  <cp:revision>51</cp:revision>
  <dcterms:created xsi:type="dcterms:W3CDTF">2025-07-24T08:30:33Z</dcterms:created>
  <dcterms:modified xsi:type="dcterms:W3CDTF">2025-09-23T07:46:08Z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2d62ce-3a0c-4709-956f-5573eb8d97e9_Enabled">
    <vt:lpwstr>true</vt:lpwstr>
  </property>
  <property fmtid="{D5CDD505-2E9C-101B-9397-08002B2CF9AE}" pid="3" name="MSIP_Label_2c2d62ce-3a0c-4709-956f-5573eb8d97e9_SetDate">
    <vt:lpwstr>2025-07-24T08:30:51Z</vt:lpwstr>
  </property>
  <property fmtid="{D5CDD505-2E9C-101B-9397-08002B2CF9AE}" pid="4" name="MSIP_Label_2c2d62ce-3a0c-4709-956f-5573eb8d97e9_Method">
    <vt:lpwstr>Standard</vt:lpwstr>
  </property>
  <property fmtid="{D5CDD505-2E9C-101B-9397-08002B2CF9AE}" pid="5" name="MSIP_Label_2c2d62ce-3a0c-4709-956f-5573eb8d97e9_Name">
    <vt:lpwstr>Default</vt:lpwstr>
  </property>
  <property fmtid="{D5CDD505-2E9C-101B-9397-08002B2CF9AE}" pid="6" name="MSIP_Label_2c2d62ce-3a0c-4709-956f-5573eb8d97e9_SiteId">
    <vt:lpwstr>5bb6f1f4-0b48-4496-9baf-f9fb7da5d352</vt:lpwstr>
  </property>
  <property fmtid="{D5CDD505-2E9C-101B-9397-08002B2CF9AE}" pid="7" name="MSIP_Label_2c2d62ce-3a0c-4709-956f-5573eb8d97e9_ActionId">
    <vt:lpwstr>af5d4496-2444-4e09-b6f8-4f63a753afd5</vt:lpwstr>
  </property>
  <property fmtid="{D5CDD505-2E9C-101B-9397-08002B2CF9AE}" pid="8" name="MSIP_Label_2c2d62ce-3a0c-4709-956f-5573eb8d97e9_ContentBits">
    <vt:lpwstr>0</vt:lpwstr>
  </property>
  <property fmtid="{D5CDD505-2E9C-101B-9397-08002B2CF9AE}" pid="9" name="MSIP_Label_2c2d62ce-3a0c-4709-956f-5573eb8d97e9_Tag">
    <vt:lpwstr>50, 3, 0, 1</vt:lpwstr>
  </property>
</Properties>
</file>